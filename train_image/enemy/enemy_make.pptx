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>
        <p:scale>
          <a:sx n="100" d="100"/>
          <a:sy n="100" d="100"/>
        </p:scale>
        <p:origin x="-12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A3AB7-1FEC-8DCA-7F71-DEAF39843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CD20114-24E8-28C1-C966-A5B0EED06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803EE5-3569-1B59-B223-5E7178FAC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95334-2DE7-411A-B869-ED43B1B483CF}" type="datetimeFigureOut">
              <a:rPr lang="zh-TW" altLang="en-US" smtClean="0"/>
              <a:t>2024/5/31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7DD3CA-7F87-C446-A5EE-D1FCDFDAE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2FD7CD-2A18-E080-2859-B9A2F6EC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3E16-33B5-462C-9D4E-BE395B3A67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106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EDE984-6ACD-2886-186E-679F64288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0D7E4B-C15E-BC0B-28B8-FCA4895BB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A5A1AF-2C45-D40F-D4EC-2B1B6A79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95334-2DE7-411A-B869-ED43B1B483CF}" type="datetimeFigureOut">
              <a:rPr lang="zh-TW" altLang="en-US" smtClean="0"/>
              <a:t>2024/5/31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4606BE-E9DC-BAA2-7DC2-DDC1F14A1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54F015-D4CE-06CA-2912-102904D0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3E16-33B5-462C-9D4E-BE395B3A67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39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BCBD36-AE4F-BFCC-24FA-A064137D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9E6BF9C-5FF0-37A4-72C6-D57B8CC8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A6BB93-8B30-9704-DB92-FB12CCA6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95334-2DE7-411A-B869-ED43B1B483CF}" type="datetimeFigureOut">
              <a:rPr lang="zh-TW" altLang="en-US" smtClean="0"/>
              <a:t>2024/5/31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BD3918-952F-F020-CA9C-C677AF34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2579EA-3BA7-EB21-9FA9-539BA470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3E16-33B5-462C-9D4E-BE395B3A67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00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5C3733-D2C9-AEBA-87EA-FDAD8D8B2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9DE2BE-A260-9731-C308-1AD4F80D0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290999-A54A-F070-6347-17449869E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3AB5565-86BF-D92D-AC74-F92476482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95334-2DE7-411A-B869-ED43B1B483CF}" type="datetimeFigureOut">
              <a:rPr lang="zh-TW" altLang="en-US" smtClean="0"/>
              <a:t>2024/5/31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CE2E670-0F47-7DFA-77AE-A7453BF4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51358D2-8167-E72E-4E28-2F8FE730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3E16-33B5-462C-9D4E-BE395B3A67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437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2251BA-0F54-DBB0-EFAB-E9F2146BC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2705A31-C38A-AE72-D1B3-FC2AC491B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0CE414B-BEDB-E415-43EC-BD374D6D4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F8A2434-A798-849A-E86B-D5C3CE3F9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931CCF1-C62C-ACE4-03EB-925A8065E8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9893B7-0075-0E00-6791-61205B47C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95334-2DE7-411A-B869-ED43B1B483CF}" type="datetimeFigureOut">
              <a:rPr lang="zh-TW" altLang="en-US" smtClean="0"/>
              <a:t>2024/5/31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212FE8C-2C62-9E59-A7C4-6A7C254E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FB718B6-49F8-8F62-EBAB-DAE4F597C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3E16-33B5-462C-9D4E-BE395B3A67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437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6676D8-1845-C4D4-AB7A-A300531A8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05B25E9-141C-1BDA-06CA-4A730FA52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95334-2DE7-411A-B869-ED43B1B483CF}" type="datetimeFigureOut">
              <a:rPr lang="zh-TW" altLang="en-US" smtClean="0"/>
              <a:t>2024/5/31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F4734E2-3114-74CB-6E23-962F6EFC0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2CB0D1-ADCC-F698-9F0B-AFB278482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3E16-33B5-462C-9D4E-BE395B3A67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9050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04F32A2-CE52-70EF-B521-745E3275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95334-2DE7-411A-B869-ED43B1B483CF}" type="datetimeFigureOut">
              <a:rPr lang="zh-TW" altLang="en-US" smtClean="0"/>
              <a:t>2024/5/31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10D0475-9281-0ED2-4477-7720DBDE0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CC371D-AAA6-B270-BABB-8CD6AB4A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3E16-33B5-462C-9D4E-BE395B3A67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967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F1D8D9-2858-820E-D5B6-576D0B75D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03E5FC-4F40-0D90-EC3C-9BB4EC881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C7D0D01-B0CF-E56D-9939-BF545C50E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9AE9DEB-F7A4-509D-6768-822269988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95334-2DE7-411A-B869-ED43B1B483CF}" type="datetimeFigureOut">
              <a:rPr lang="zh-TW" altLang="en-US" smtClean="0"/>
              <a:t>2024/5/31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EA93C5-CE00-DB91-C3C8-68DDC9563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35B08C-1689-D5C2-32B9-9A935FFA0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3E16-33B5-462C-9D4E-BE395B3A67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482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1C154E-B2C9-363B-2F6F-E491DE4B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4CC2A94-F747-3275-A395-77B71A081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654080E-8643-E3C4-FD19-BDB43E951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6DB613-915F-0EBD-6883-CCCA0FE0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95334-2DE7-411A-B869-ED43B1B483CF}" type="datetimeFigureOut">
              <a:rPr lang="zh-TW" altLang="en-US" smtClean="0"/>
              <a:t>2024/5/31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4BC83AA-CC64-0D66-A49A-7D3253891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69C57A-9F92-D131-F829-C8024D5B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3E16-33B5-462C-9D4E-BE395B3A67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756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AFFB9-C4FF-B05C-01B2-4D75B143A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F15FD0F-FA2B-7370-AE8F-0DBB8866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F9A632-A5F2-8708-6040-B44E319F0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95334-2DE7-411A-B869-ED43B1B483CF}" type="datetimeFigureOut">
              <a:rPr lang="zh-TW" altLang="en-US" smtClean="0"/>
              <a:t>2024/5/31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1F9A39-CBC2-B468-9EFF-154760396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4D396B-DCB0-C30B-A1C3-955A4F9B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3E16-33B5-462C-9D4E-BE395B3A67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54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3496E0E-7629-7FC0-7843-A8D7705FCC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F9C79B1-090C-053E-CD31-019D9DC86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0E4C64-B256-382A-35F0-E077C69E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95334-2DE7-411A-B869-ED43B1B483CF}" type="datetimeFigureOut">
              <a:rPr lang="zh-TW" altLang="en-US" smtClean="0"/>
              <a:t>2024/5/31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B3408E-BB9E-4DEC-C1D3-45A3107C5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A6D697-5245-3CB0-1BDB-140078C37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3E16-33B5-462C-9D4E-BE395B3A67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000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D711C2B-AB7D-84D8-9610-50F5A308C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8780C0D-ADAE-CB7E-743D-AE147A74C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8671D4-90E8-9C6E-4F14-F24710E46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95334-2DE7-411A-B869-ED43B1B483CF}" type="datetimeFigureOut">
              <a:rPr lang="zh-TW" altLang="en-US" smtClean="0"/>
              <a:t>2024/5/31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3F66F4-FB00-EAAB-2265-907F1925A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0B7963-F2D4-C774-31B0-82811521FD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A3E16-33B5-462C-9D4E-BE395B3A67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09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A16A787B-9AD7-A9BC-151A-F336F579E7CD}"/>
              </a:ext>
            </a:extLst>
          </p:cNvPr>
          <p:cNvGrpSpPr/>
          <p:nvPr/>
        </p:nvGrpSpPr>
        <p:grpSpPr>
          <a:xfrm>
            <a:off x="3931243" y="1398016"/>
            <a:ext cx="3600000" cy="3600000"/>
            <a:chOff x="3931243" y="1398016"/>
            <a:chExt cx="3600000" cy="3600000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EF2FB87D-1BF6-1E91-4965-E5E5EDEEDA87}"/>
                </a:ext>
              </a:extLst>
            </p:cNvPr>
            <p:cNvSpPr/>
            <p:nvPr/>
          </p:nvSpPr>
          <p:spPr>
            <a:xfrm>
              <a:off x="3931243" y="1398016"/>
              <a:ext cx="3600000" cy="360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953DB95-A3AC-D7EE-CBB3-01A9C42259A3}"/>
                </a:ext>
              </a:extLst>
            </p:cNvPr>
            <p:cNvSpPr/>
            <p:nvPr/>
          </p:nvSpPr>
          <p:spPr>
            <a:xfrm>
              <a:off x="4618221" y="2997647"/>
              <a:ext cx="2226043" cy="40073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4300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1CB2F366-1346-3D35-881C-1063C2113CB6}"/>
              </a:ext>
            </a:extLst>
          </p:cNvPr>
          <p:cNvGrpSpPr/>
          <p:nvPr/>
        </p:nvGrpSpPr>
        <p:grpSpPr>
          <a:xfrm>
            <a:off x="3931243" y="1398016"/>
            <a:ext cx="3600000" cy="3600000"/>
            <a:chOff x="3931243" y="1398016"/>
            <a:chExt cx="3600000" cy="3600000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EF2FB87D-1BF6-1E91-4965-E5E5EDEEDA87}"/>
                </a:ext>
              </a:extLst>
            </p:cNvPr>
            <p:cNvSpPr/>
            <p:nvPr/>
          </p:nvSpPr>
          <p:spPr>
            <a:xfrm>
              <a:off x="3931243" y="1398016"/>
              <a:ext cx="3600000" cy="360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953DB95-A3AC-D7EE-CBB3-01A9C42259A3}"/>
                </a:ext>
              </a:extLst>
            </p:cNvPr>
            <p:cNvSpPr/>
            <p:nvPr/>
          </p:nvSpPr>
          <p:spPr>
            <a:xfrm rot="5400000">
              <a:off x="4618221" y="2997647"/>
              <a:ext cx="2226043" cy="400738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4510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A50F75C5-FE47-B891-9D7F-E18069BF1583}"/>
              </a:ext>
            </a:extLst>
          </p:cNvPr>
          <p:cNvGrpSpPr/>
          <p:nvPr/>
        </p:nvGrpSpPr>
        <p:grpSpPr>
          <a:xfrm>
            <a:off x="3931243" y="1398016"/>
            <a:ext cx="3600000" cy="3600000"/>
            <a:chOff x="3931243" y="1398016"/>
            <a:chExt cx="3600000" cy="3600000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EF2FB87D-1BF6-1E91-4965-E5E5EDEEDA87}"/>
                </a:ext>
              </a:extLst>
            </p:cNvPr>
            <p:cNvSpPr/>
            <p:nvPr/>
          </p:nvSpPr>
          <p:spPr>
            <a:xfrm>
              <a:off x="3931243" y="1398016"/>
              <a:ext cx="3600000" cy="360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3CD9DB4-A652-E2CB-F2A8-8EFD8EB45C04}"/>
                </a:ext>
              </a:extLst>
            </p:cNvPr>
            <p:cNvSpPr/>
            <p:nvPr/>
          </p:nvSpPr>
          <p:spPr>
            <a:xfrm>
              <a:off x="5041899" y="2521372"/>
              <a:ext cx="1440000" cy="1440000"/>
            </a:xfrm>
            <a:prstGeom prst="rect">
              <a:avLst/>
            </a:prstGeom>
            <a:solidFill>
              <a:schemeClr val="bg1"/>
            </a:solidFill>
            <a:ln w="3810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7046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45EA04E8-E435-FD77-D93D-A35791D43E31}"/>
              </a:ext>
            </a:extLst>
          </p:cNvPr>
          <p:cNvGrpSpPr/>
          <p:nvPr/>
        </p:nvGrpSpPr>
        <p:grpSpPr>
          <a:xfrm>
            <a:off x="3931243" y="1398016"/>
            <a:ext cx="3600000" cy="3600000"/>
            <a:chOff x="3931243" y="1398016"/>
            <a:chExt cx="3600000" cy="3600000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EF2FB87D-1BF6-1E91-4965-E5E5EDEEDA87}"/>
                </a:ext>
              </a:extLst>
            </p:cNvPr>
            <p:cNvSpPr/>
            <p:nvPr/>
          </p:nvSpPr>
          <p:spPr>
            <a:xfrm>
              <a:off x="3931243" y="1398016"/>
              <a:ext cx="3600000" cy="360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F4B3A193-E98C-BB91-0FAA-AE2AC63357D2}"/>
                </a:ext>
              </a:extLst>
            </p:cNvPr>
            <p:cNvSpPr/>
            <p:nvPr/>
          </p:nvSpPr>
          <p:spPr>
            <a:xfrm>
              <a:off x="4831243" y="2298016"/>
              <a:ext cx="1800000" cy="1800000"/>
            </a:xfrm>
            <a:prstGeom prst="ellipse">
              <a:avLst/>
            </a:prstGeom>
            <a:solidFill>
              <a:schemeClr val="bg1"/>
            </a:solidFill>
            <a:ln w="3810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794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01CD0A1D-AE00-B8EA-5FEC-D425A99942C4}"/>
              </a:ext>
            </a:extLst>
          </p:cNvPr>
          <p:cNvGrpSpPr/>
          <p:nvPr/>
        </p:nvGrpSpPr>
        <p:grpSpPr>
          <a:xfrm>
            <a:off x="3931243" y="1398016"/>
            <a:ext cx="3600000" cy="3600000"/>
            <a:chOff x="3931243" y="1398016"/>
            <a:chExt cx="3600000" cy="3600000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EF2FB87D-1BF6-1E91-4965-E5E5EDEEDA87}"/>
                </a:ext>
              </a:extLst>
            </p:cNvPr>
            <p:cNvSpPr/>
            <p:nvPr/>
          </p:nvSpPr>
          <p:spPr>
            <a:xfrm>
              <a:off x="3931243" y="1398016"/>
              <a:ext cx="3600000" cy="360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" name="等腰三角形 1">
              <a:extLst>
                <a:ext uri="{FF2B5EF4-FFF2-40B4-BE49-F238E27FC236}">
                  <a16:creationId xmlns:a16="http://schemas.microsoft.com/office/drawing/2014/main" id="{2966B73B-5EFB-E525-1456-548EAA92817C}"/>
                </a:ext>
              </a:extLst>
            </p:cNvPr>
            <p:cNvSpPr/>
            <p:nvPr/>
          </p:nvSpPr>
          <p:spPr>
            <a:xfrm>
              <a:off x="4889499" y="2314370"/>
              <a:ext cx="1705343" cy="1410187"/>
            </a:xfrm>
            <a:prstGeom prst="triangle">
              <a:avLst/>
            </a:prstGeom>
            <a:solidFill>
              <a:schemeClr val="bg1"/>
            </a:solidFill>
            <a:ln w="38100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88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B33EA27F-E904-A9FC-BC71-D4DC198B43D6}"/>
              </a:ext>
            </a:extLst>
          </p:cNvPr>
          <p:cNvGrpSpPr/>
          <p:nvPr/>
        </p:nvGrpSpPr>
        <p:grpSpPr>
          <a:xfrm>
            <a:off x="3931243" y="1398016"/>
            <a:ext cx="3600000" cy="3600000"/>
            <a:chOff x="3931243" y="1398016"/>
            <a:chExt cx="3600000" cy="3600000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EF2FB87D-1BF6-1E91-4965-E5E5EDEEDA87}"/>
                </a:ext>
              </a:extLst>
            </p:cNvPr>
            <p:cNvSpPr/>
            <p:nvPr/>
          </p:nvSpPr>
          <p:spPr>
            <a:xfrm>
              <a:off x="3931243" y="1398016"/>
              <a:ext cx="3600000" cy="360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" name="拱形 2">
              <a:extLst>
                <a:ext uri="{FF2B5EF4-FFF2-40B4-BE49-F238E27FC236}">
                  <a16:creationId xmlns:a16="http://schemas.microsoft.com/office/drawing/2014/main" id="{A673D3E5-22D9-C308-9148-A5CE5A1E06FC}"/>
                </a:ext>
              </a:extLst>
            </p:cNvPr>
            <p:cNvSpPr/>
            <p:nvPr/>
          </p:nvSpPr>
          <p:spPr>
            <a:xfrm rot="10800000">
              <a:off x="4880343" y="2597150"/>
              <a:ext cx="1701800" cy="1663700"/>
            </a:xfrm>
            <a:prstGeom prst="blockArc">
              <a:avLst>
                <a:gd name="adj1" fmla="val 10800000"/>
                <a:gd name="adj2" fmla="val 0"/>
                <a:gd name="adj3" fmla="val 16791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4666512-3B67-83A5-C7DD-46DE0F08A531}"/>
                </a:ext>
              </a:extLst>
            </p:cNvPr>
            <p:cNvSpPr/>
            <p:nvPr/>
          </p:nvSpPr>
          <p:spPr>
            <a:xfrm>
              <a:off x="4880341" y="2204720"/>
              <a:ext cx="278400" cy="122428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5310516-F14B-CE09-664D-7005DD27E8BC}"/>
                </a:ext>
              </a:extLst>
            </p:cNvPr>
            <p:cNvSpPr/>
            <p:nvPr/>
          </p:nvSpPr>
          <p:spPr>
            <a:xfrm>
              <a:off x="6303745" y="2204720"/>
              <a:ext cx="278398" cy="122428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6072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8210F983-4548-24D2-2C5F-AFB0168D835D}"/>
              </a:ext>
            </a:extLst>
          </p:cNvPr>
          <p:cNvGrpSpPr/>
          <p:nvPr/>
        </p:nvGrpSpPr>
        <p:grpSpPr>
          <a:xfrm>
            <a:off x="3931243" y="1398016"/>
            <a:ext cx="3600000" cy="3600000"/>
            <a:chOff x="3931243" y="1398016"/>
            <a:chExt cx="3600000" cy="3600000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EF2FB87D-1BF6-1E91-4965-E5E5EDEEDA87}"/>
                </a:ext>
              </a:extLst>
            </p:cNvPr>
            <p:cNvSpPr/>
            <p:nvPr/>
          </p:nvSpPr>
          <p:spPr>
            <a:xfrm>
              <a:off x="3931243" y="1398016"/>
              <a:ext cx="3600000" cy="360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" name="對角線條紋 1">
              <a:extLst>
                <a:ext uri="{FF2B5EF4-FFF2-40B4-BE49-F238E27FC236}">
                  <a16:creationId xmlns:a16="http://schemas.microsoft.com/office/drawing/2014/main" id="{975FCA1B-C5AD-66C4-8E8C-9BC0E1AE9F72}"/>
                </a:ext>
              </a:extLst>
            </p:cNvPr>
            <p:cNvSpPr/>
            <p:nvPr/>
          </p:nvSpPr>
          <p:spPr>
            <a:xfrm>
              <a:off x="5709920" y="2326640"/>
              <a:ext cx="995680" cy="1930400"/>
            </a:xfrm>
            <a:prstGeom prst="diagStripe">
              <a:avLst>
                <a:gd name="adj" fmla="val 60526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對角線條紋 6">
              <a:extLst>
                <a:ext uri="{FF2B5EF4-FFF2-40B4-BE49-F238E27FC236}">
                  <a16:creationId xmlns:a16="http://schemas.microsoft.com/office/drawing/2014/main" id="{4C8DF9E9-F87F-28B3-9C66-48C07BC68693}"/>
                </a:ext>
              </a:extLst>
            </p:cNvPr>
            <p:cNvSpPr/>
            <p:nvPr/>
          </p:nvSpPr>
          <p:spPr>
            <a:xfrm flipH="1">
              <a:off x="4714237" y="2326640"/>
              <a:ext cx="995681" cy="1930400"/>
            </a:xfrm>
            <a:prstGeom prst="diagStripe">
              <a:avLst>
                <a:gd name="adj" fmla="val 61053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837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>
            <a:extLst>
              <a:ext uri="{FF2B5EF4-FFF2-40B4-BE49-F238E27FC236}">
                <a16:creationId xmlns:a16="http://schemas.microsoft.com/office/drawing/2014/main" id="{A5170A72-C076-070F-AFD0-6E89BC9CC60A}"/>
              </a:ext>
            </a:extLst>
          </p:cNvPr>
          <p:cNvGrpSpPr/>
          <p:nvPr/>
        </p:nvGrpSpPr>
        <p:grpSpPr>
          <a:xfrm>
            <a:off x="3931243" y="1405636"/>
            <a:ext cx="3600000" cy="3600000"/>
            <a:chOff x="3931243" y="1405636"/>
            <a:chExt cx="3600000" cy="3600000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EF2FB87D-1BF6-1E91-4965-E5E5EDEEDA87}"/>
                </a:ext>
              </a:extLst>
            </p:cNvPr>
            <p:cNvSpPr/>
            <p:nvPr/>
          </p:nvSpPr>
          <p:spPr>
            <a:xfrm>
              <a:off x="3931243" y="1405636"/>
              <a:ext cx="3600000" cy="360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0287E6BB-4284-8767-BA75-1B102332D1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6021" y="1823720"/>
              <a:ext cx="835222" cy="2606033"/>
            </a:xfrm>
            <a:prstGeom prst="line">
              <a:avLst/>
            </a:prstGeom>
            <a:ln w="1270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5C19432B-035C-36B3-82CF-6D2117DF3A6D}"/>
                </a:ext>
              </a:extLst>
            </p:cNvPr>
            <p:cNvCxnSpPr>
              <a:cxnSpLocks/>
            </p:cNvCxnSpPr>
            <p:nvPr/>
          </p:nvCxnSpPr>
          <p:spPr>
            <a:xfrm>
              <a:off x="5731243" y="1828800"/>
              <a:ext cx="772256" cy="2600953"/>
            </a:xfrm>
            <a:prstGeom prst="line">
              <a:avLst/>
            </a:prstGeom>
            <a:ln w="1270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07327C39-0B47-258D-6342-A08E9AD91E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9283" y="2822276"/>
              <a:ext cx="2104216" cy="1607477"/>
            </a:xfrm>
            <a:prstGeom prst="line">
              <a:avLst/>
            </a:prstGeom>
            <a:ln w="1270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4B5C0433-C356-2FE0-6E21-B1B75DBE7D66}"/>
                </a:ext>
              </a:extLst>
            </p:cNvPr>
            <p:cNvCxnSpPr>
              <a:cxnSpLocks/>
            </p:cNvCxnSpPr>
            <p:nvPr/>
          </p:nvCxnSpPr>
          <p:spPr>
            <a:xfrm>
              <a:off x="4399283" y="2822276"/>
              <a:ext cx="2600954" cy="0"/>
            </a:xfrm>
            <a:prstGeom prst="line">
              <a:avLst/>
            </a:prstGeom>
            <a:ln w="1270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46528E27-B4DA-71F4-26F4-F5BE655BFA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6021" y="2822276"/>
              <a:ext cx="2104216" cy="1607477"/>
            </a:xfrm>
            <a:prstGeom prst="line">
              <a:avLst/>
            </a:prstGeom>
            <a:ln w="1270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B5126D53-9F4F-121B-71CE-4F5AF3D130DF}"/>
                </a:ext>
              </a:extLst>
            </p:cNvPr>
            <p:cNvSpPr/>
            <p:nvPr/>
          </p:nvSpPr>
          <p:spPr>
            <a:xfrm>
              <a:off x="5662367" y="1778254"/>
              <a:ext cx="137752" cy="19913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A07CE33F-C8F4-8FB0-84FA-A01F90F03FF0}"/>
                </a:ext>
              </a:extLst>
            </p:cNvPr>
            <p:cNvSpPr/>
            <p:nvPr/>
          </p:nvSpPr>
          <p:spPr>
            <a:xfrm rot="17212372">
              <a:off x="4376444" y="2737947"/>
              <a:ext cx="137752" cy="19913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C637A67E-90B5-416F-E976-10254C77A29D}"/>
                </a:ext>
              </a:extLst>
            </p:cNvPr>
            <p:cNvSpPr/>
            <p:nvPr/>
          </p:nvSpPr>
          <p:spPr>
            <a:xfrm rot="3867748">
              <a:off x="6889584" y="2745366"/>
              <a:ext cx="137752" cy="19913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72B967E3-794F-6CFF-694F-9DDF5988726B}"/>
                </a:ext>
              </a:extLst>
            </p:cNvPr>
            <p:cNvSpPr/>
            <p:nvPr/>
          </p:nvSpPr>
          <p:spPr>
            <a:xfrm rot="7730636">
              <a:off x="6404967" y="4299324"/>
              <a:ext cx="137752" cy="19913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37772111-D5FA-2405-F665-A82A8FAC4B53}"/>
                </a:ext>
              </a:extLst>
            </p:cNvPr>
            <p:cNvSpPr/>
            <p:nvPr/>
          </p:nvSpPr>
          <p:spPr>
            <a:xfrm rot="13099085">
              <a:off x="4851826" y="4301566"/>
              <a:ext cx="137752" cy="19913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853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寬螢幕</PresentationFormat>
  <Paragraphs>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邊 邊</dc:creator>
  <cp:lastModifiedBy>邊 邊</cp:lastModifiedBy>
  <cp:revision>2</cp:revision>
  <dcterms:created xsi:type="dcterms:W3CDTF">2024-05-31T09:32:25Z</dcterms:created>
  <dcterms:modified xsi:type="dcterms:W3CDTF">2024-05-31T09:34:01Z</dcterms:modified>
</cp:coreProperties>
</file>